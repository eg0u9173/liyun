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Microsoft YaHei"/>
              </a:defRPr>
            </a:pPr>
            <a:r>
              <a:t>第6节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18288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Skills 系统：扩展 Codex 的能力边界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5AD"/>
                </a:solidFill>
                <a:latin typeface="Microsoft YaHei"/>
              </a:defRPr>
            </a:pPr>
            <a:r>
              <a:t>理解 Skills 机制，安装并使用 PPT 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5AD"/>
                </a:solidFill>
                <a:latin typeface="Microsoft YaHei"/>
              </a:defRPr>
            </a:pPr>
            <a:r>
              <a:t>Codex 实战指南：从入门到系统提效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什么是 Skills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Skills = Codex 的技能包 / 插件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类比：手机 App Store 里的 App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让 Codex 从通用助手变成专业工具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社区和官方共同维护，持续更新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安装与管理 Skills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打开桌面 App → Skills 市场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搜索需要的 Skill → 点击安装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查看已安装的 Skills 列表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支持更新、卸载和配置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PPT Skill 实操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第一步：在 Skills 市场搜索并安装 PPT Skill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第二步：输入一句话描述你的需求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第三步：Codex 自动生成完整 PPT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第四步：修改风格、调整内容、导出 .pptx</a:t>
            </a:r>
          </a:p>
          <a:p>
            <a:pPr lvl="1">
              <a:spcAft>
                <a:spcPts val="1200"/>
              </a:spcAft>
              <a:defRPr sz="1700">
                <a:solidFill>
                  <a:srgbClr val="8A95AD"/>
                </a:solidFill>
                <a:latin typeface="Microsoft YaHei"/>
              </a:defRPr>
            </a:pPr>
            <a:r>
              <a:t>演示：3分钟做一份项目汇报 PPT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高级定制技巧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指定风格：简洁/商务/科技感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指定页数：控制 PPT 篇幅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追加修改：在生成结果上继续迭代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导出格式：.pptx 可直接在 PowerPoint 编辑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热门 Skills 推荐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PPT Skill — 一句话做 PPT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HyperFrames — 代码生成视频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数据分析 Skills — 自动处理数据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持续探索市场，找到适合自己需求的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5CC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371600" cy="38100"/>
          </a:xfrm>
          <a:prstGeom prst="rect">
            <a:avLst/>
          </a:prstGeom>
          <a:solidFill>
            <a:srgbClr val="00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Skills 是 Codex 的技能扩展包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安装简单，使用自然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PPT Skill 是入门首选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持续探索 Skill 市场发现更多利器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EFF"/>
                </a:solidFill>
                <a:latin typeface="Microsoft YaHei"/>
              </a:defRPr>
            </a:pPr>
            <a:r>
              <a:t>下节预告 → MCP 插件生态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