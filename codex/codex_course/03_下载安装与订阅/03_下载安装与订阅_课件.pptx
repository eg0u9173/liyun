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Microsoft YaHei"/>
              </a:defRPr>
            </a:pPr>
            <a:r>
              <a:t>第3节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18288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下载、安装与订阅指南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5AD"/>
                </a:solidFill>
                <a:latin typeface="Microsoft YaHei"/>
              </a:defRPr>
            </a:pPr>
            <a:r>
              <a:t>完成 Codex 的下载安装和订阅选择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5AD"/>
                </a:solidFill>
                <a:latin typeface="Microsoft YaHei"/>
              </a:defRPr>
            </a:pPr>
            <a:r>
              <a:t>Codex 实战指南：从入门到系统提效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下载桌面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访问官网 openai.com/codex 下载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支持 Windows 和 macOS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安装后首次启动需登录 OpenAI 账号</a:t>
            </a:r>
          </a:p>
          <a:p>
            <a:pPr lvl="1">
              <a:spcAft>
                <a:spcPts val="1200"/>
              </a:spcAft>
              <a:defRPr sz="1700">
                <a:solidFill>
                  <a:srgbClr val="8A95AD"/>
                </a:solidFill>
                <a:latin typeface="Microsoft YaHei"/>
              </a:defRPr>
            </a:pPr>
            <a:r>
              <a:t>提示：确保网络环境能访问 OpenAI 服务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订阅档位选择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645920"/>
          <a:ext cx="10058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档位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价格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使用量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建议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有限次数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先体验再决定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Plus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$20/月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较多用量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日常使用推荐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Pro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$200/月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最大用量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重度用户/专业场景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第三方 API 接入方案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为什么需要：降低成本、使用国产模型（如智谱）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方案一：手动修改 config.toml — 最直接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方案二：Codex++ — 社区工具，图形化管理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方案三：CCX + CC Switch — 代理+一键切换</a:t>
            </a:r>
          </a:p>
          <a:p>
            <a:pPr lvl="1">
              <a:spcAft>
                <a:spcPts val="1200"/>
              </a:spcAft>
              <a:defRPr sz="1700">
                <a:solidFill>
                  <a:srgbClr val="8A95AD"/>
                </a:solidFill>
                <a:latin typeface="Microsoft YaHei"/>
              </a:defRPr>
            </a:pPr>
            <a:r>
              <a:t>建议：先用官方 API 入门，熟悉后再考虑第三方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手动配置 config.toml 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9601200" cy="41148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0E5CC"/>
                </a:solidFill>
                <a:latin typeface="Consolas"/>
              </a:defRPr>
            </a:pPr>
            <a:r>
              <a:t>[model]</a:t>
            </a:r>
          </a:p>
          <a:p>
            <a:pPr>
              <a:spcAft>
                <a:spcPts val="400"/>
              </a:spcAft>
              <a:defRPr sz="1500">
                <a:solidFill>
                  <a:srgbClr val="00E5CC"/>
                </a:solidFill>
                <a:latin typeface="Consolas"/>
              </a:defRPr>
            </a:pPr>
            <a:r>
              <a:t>provider = "openai"</a:t>
            </a:r>
          </a:p>
          <a:p>
            <a:pPr>
              <a:spcAft>
                <a:spcPts val="400"/>
              </a:spcAft>
              <a:defRPr sz="1500">
                <a:solidFill>
                  <a:srgbClr val="00E5CC"/>
                </a:solidFill>
                <a:latin typeface="Consolas"/>
              </a:defRPr>
            </a:pPr>
            <a:r>
              <a:t>model = "gpt-4.1"</a:t>
            </a:r>
          </a:p>
          <a:p>
            <a:pPr>
              <a:spcAft>
                <a:spcPts val="400"/>
              </a:spcAft>
              <a:defRPr sz="1500">
                <a:solidFill>
                  <a:srgbClr val="00E5C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0E5CC"/>
                </a:solidFill>
                <a:latin typeface="Consolas"/>
              </a:defRPr>
            </a:pPr>
            <a:r>
              <a:t># 第三方API配置</a:t>
            </a:r>
          </a:p>
          <a:p>
            <a:pPr>
              <a:spcAft>
                <a:spcPts val="400"/>
              </a:spcAft>
              <a:defRPr sz="1500">
                <a:solidFill>
                  <a:srgbClr val="00E5CC"/>
                </a:solidFill>
                <a:latin typeface="Consolas"/>
              </a:defRPr>
            </a:pPr>
            <a:r>
              <a:t># provider = "custom"</a:t>
            </a:r>
          </a:p>
          <a:p>
            <a:pPr>
              <a:spcAft>
                <a:spcPts val="400"/>
              </a:spcAft>
              <a:defRPr sz="1500">
                <a:solidFill>
                  <a:srgbClr val="00E5CC"/>
                </a:solidFill>
                <a:latin typeface="Consolas"/>
              </a:defRPr>
            </a:pPr>
            <a:r>
              <a:t># base_url = "https://your-api-endpoint/v1"</a:t>
            </a:r>
          </a:p>
          <a:p>
            <a:pPr>
              <a:spcAft>
                <a:spcPts val="400"/>
              </a:spcAft>
              <a:defRPr sz="1500">
                <a:solidFill>
                  <a:srgbClr val="00E5CC"/>
                </a:solidFill>
                <a:latin typeface="Consolas"/>
              </a:defRPr>
            </a:pPr>
            <a:r>
              <a:t># api_key = "your-api-key"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5AD"/>
                </a:solidFill>
                <a:latin typeface="Microsoft YaHei"/>
              </a:defRPr>
            </a:pPr>
            <a:r>
              <a:t>配置文件位置：~/.codex/config.toml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首次登录与基础设置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登录 OpenAI 账号（浏览器跳转授权）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界面语言：目前以英文为主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常用设置：模型选择、权限模式、主题</a:t>
            </a:r>
          </a:p>
          <a:p>
            <a:pPr lvl="1">
              <a:spcAft>
                <a:spcPts val="1200"/>
              </a:spcAft>
              <a:defRPr sz="1700">
                <a:solidFill>
                  <a:srgbClr val="8A95AD"/>
                </a:solidFill>
                <a:latin typeface="Microsoft YaHei"/>
              </a:defRPr>
            </a:pPr>
            <a:r>
              <a:t>费用控制：在 OpenAI 后台设置月度消费上限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5CC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371600" cy="38100"/>
          </a:xfrm>
          <a:prstGeom prst="rect">
            <a:avLst/>
          </a:prstGeom>
          <a:solidFill>
            <a:srgbClr val="00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下载安装一步到位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Free 先体验，确认后升级 Plus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第三方 API 可降低成本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记得设置消费上限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EFF"/>
                </a:solidFill>
                <a:latin typeface="Microsoft YaHei"/>
              </a:defRPr>
            </a:pPr>
            <a:r>
              <a:t>下节预告 → 桌面 App 深度入门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