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Microsoft YaHei"/>
              </a:defRPr>
            </a:pPr>
            <a:r>
              <a:t>第17节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安全、排障与进阶技巧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5AD"/>
                </a:solidFill>
                <a:latin typeface="Microsoft YaHei"/>
              </a:defRPr>
            </a:pPr>
            <a:r>
              <a:t>AGENTS.md 项目规则、常见问题排查、提示词优化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D"/>
                </a:solidFill>
                <a:latin typeface="Microsoft YaHei"/>
              </a:defRPr>
            </a:pPr>
            <a:r>
              <a:t>Codex 实战指南：从入门到系统提效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AGENTS.md：给 Codex 立规矩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AGENTS.md 是项目级的配置文件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放在项目根目录，Codex 会自动读取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可以设置：代码规范、禁止操作、风格偏好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团队协作中统一所有人的 Codex 行为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AGENTS.md 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9601200" cy="41148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# 项目规则</a:t>
            </a: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- 使用中文注释</a:t>
            </a: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- 代码风格遵循 PEP8</a:t>
            </a: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- 不要修改 config/ 目录</a:t>
            </a: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- 所有新功能必须写测试</a:t>
            </a:r>
          </a:p>
          <a:p>
            <a:pPr>
              <a:spcAft>
                <a:spcPts val="400"/>
              </a:spcAft>
              <a:defRPr sz="1500">
                <a:solidFill>
                  <a:srgbClr val="00E5CC"/>
                </a:solidFill>
                <a:latin typeface="Consolas"/>
              </a:defRPr>
            </a:pPr>
            <a:r>
              <a:t>- 提交信息使用 conventional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5AD"/>
                </a:solidFill>
                <a:latin typeface="Microsoft YaHei"/>
              </a:defRPr>
            </a:pPr>
            <a:r>
              <a:t>放在项目根目录即可生效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常见问题与解决方案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645920"/>
          <a:ext cx="100584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可能原因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解决方案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连接超时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网络问题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检查网络/换代理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权限不足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沙盒限制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调整权限模式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响应慢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模型繁忙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换模型/错峰使用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插件冲突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MCP 配置错误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逐一排查插件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提示词优化技巧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1. 明确目标：说清楚你要什么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2. 给约束条件：风格、长度、格式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3. 分步拆解：复杂任务拆成小步骤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4. 利用上下文：给 Codex 看相关文件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5. 迭代优化：在结果基础上继续改进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好提示词 vs 差提示词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4526280" cy="4389120"/>
          </a:xfrm>
          <a:prstGeom prst="rect">
            <a:avLst/>
          </a:prstGeom>
          <a:solidFill>
            <a:srgbClr val="16213E"/>
          </a:solidFill>
          <a:ln w="254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3977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D4D"/>
                </a:solidFill>
                <a:latin typeface="Microsoft YaHei"/>
              </a:defRPr>
            </a:pPr>
            <a:r>
              <a:t>差的提示词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3977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帮我做个东西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写个代码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分析一下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太模糊，缺少上下文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4526280" cy="43891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C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3977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7E"/>
                </a:solidFill>
                <a:latin typeface="Microsoft YaHei"/>
              </a:defRPr>
            </a:pPr>
            <a:r>
              <a:t>好的提示词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3977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帮我写一份10页产品PPT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科技风格，蓝色主调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包含功能/优势/场景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具体、有约束、有格式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CC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381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AGENTS.md 统一团队 Codex 行为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常见四类问题：连接/权限/响应/插件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好提示词 = 目标 + 约束 + 格式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善用官方文档和社区资源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Microsoft YaHei"/>
              </a:defRPr>
            </a:pPr>
            <a:r>
              <a:t>下节预告 → 总结与工作流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