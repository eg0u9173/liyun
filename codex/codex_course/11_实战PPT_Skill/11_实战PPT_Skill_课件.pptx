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第11节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PPT Skill 一句话做演示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用 Codex 快速生成专业演示文稿的完整流程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场景：为什么需要快速做 PPT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传统做 PPT：开软件 → 找模板 → 写内容 → 调排版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一份 10 页 PPT 通常需要 1-2 小时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用 Codex + PPT Skill：一句话描述 → 自动生成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同样的 PPT 只需 3-5 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完整操作流程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1：确认已安装 PPT Skill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2：描述需求（主题、风格、页数）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3：Codex 自动生成完整 PPT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4：查看效果，追加调整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Step 5：导出 .pptx 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高级定制技巧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指定配色方案：商务蓝/科技紫/简约黑白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控制内容密度：简洁/标准/详细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追加页面：在已有基础上添加新页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混合中英文：支持双语内容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实战演示回顾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需求：做一份 AI 产品介绍 PPT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10 页，科技风格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包含：产品功能、技术优势、使用场景、客户案例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全程 5 分钟完成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一句话需求 → 自动生成 PPT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指定风格和页数获得更好效果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追加指令可以精细调整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导出 .pptx 可直接编辑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实战：Figma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