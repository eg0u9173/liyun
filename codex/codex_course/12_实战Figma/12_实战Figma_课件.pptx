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Microsoft YaHei"/>
              </a:defRPr>
            </a:pPr>
            <a:r>
              <a:t>第12节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实战：Codex × Figma 用对话做设计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5AD"/>
                </a:solidFill>
                <a:latin typeface="Microsoft YaHei"/>
              </a:defRPr>
            </a:pPr>
            <a:r>
              <a:t>通过 Figma MCP 用自然语言生成流程图和高保真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5AD"/>
                </a:solidFill>
                <a:latin typeface="Microsoft YaHei"/>
              </a:defRPr>
            </a:pPr>
            <a:r>
              <a:t>Codex 实战指南：从入门到系统提效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Figma MCP 安装与授权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在 Codex 插件市场搜索 Figma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点击安装 → 跳转浏览器授权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登录 Figma 账号并完成授权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返回 Codex，配置自动完成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生成流程图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描述需求：画一个用户登录流程图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包含：输入账号密码 → 验证 → 登录成功/失败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Codex 通过 Figma MCP 自动生成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点击链接查看 → 在 Figma 中修改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生成高保真 UI 设计图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描述需求：设计一个产品功能架构图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或者：生成海报式的高保真 UI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Codex 生成后返回 Figma 链接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整体呈现效果非常不错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设计思维培养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当画图门槛被 AI 拉低后，你需要培养的是：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1. 产品思维 — 知道要做什么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2. 业务理解 — 知道为什么这样做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3. 审美标准 — 知道什么是好的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让 Codex 当执行者，你负责思考和决策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CC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0" cy="381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Figma MCP 让设计门槛大幅降低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支持流程图和高保真 UI 两种模式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关键是培养产品思维和审美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适合有设计需求但不会设计工具的职场人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EFF"/>
                </a:solidFill>
                <a:latin typeface="Microsoft YaHei"/>
              </a:defRPr>
            </a:pPr>
            <a:r>
              <a:t>下节预告 → 实战：Notion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