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EFF"/>
                </a:solidFill>
                <a:latin typeface="Microsoft YaHei"/>
              </a:defRPr>
            </a:pPr>
            <a:r>
              <a:t>第7节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011680"/>
            <a:ext cx="18288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MCP 插件生态：连接外部世界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A95AD"/>
                </a:solidFill>
                <a:latin typeface="Microsoft YaHei"/>
              </a:defRPr>
            </a:pPr>
            <a:r>
              <a:t>理解 MCP 概念，安装并使用 Draw.io 和 Playwright MCP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669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5AD"/>
                </a:solidFill>
                <a:latin typeface="Microsoft YaHei"/>
              </a:defRPr>
            </a:pPr>
            <a:r>
              <a:t>Codex 实战指南：从入门到系统提效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什么是 MCP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34440"/>
            <a:ext cx="13716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MCP = Model Context Protocol（模型上下文协议）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让 Codex 连接外部工具的标准化协议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类比：Codex 的 USB 接口，可以插各种外设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Skills 是内置技能 → MCP 是外部连接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安装 MCP 的通用流程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34440"/>
            <a:ext cx="13716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第一步：在插件市场搜索目标 MCP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第二步：点击安装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第三步：完成授权配置（部分需要浏览器授权）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第四步：在对话中用 @ 调用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Draw.io MCP：用自然语言画架构图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34440"/>
            <a:ext cx="13716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安装 Draw.io MCP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描述需求：画一个微服务架构图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Codex 自动生成 Draw.io 格式的图表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点击链接查看 → 修改 → 导出图片</a:t>
            </a:r>
          </a:p>
          <a:p>
            <a:pPr lvl="1">
              <a:spcAft>
                <a:spcPts val="1200"/>
              </a:spcAft>
              <a:defRPr sz="1700">
                <a:solidFill>
                  <a:srgbClr val="8A95AD"/>
                </a:solidFill>
                <a:latin typeface="Microsoft YaHei"/>
              </a:defRPr>
            </a:pPr>
            <a:r>
              <a:t>演示：画一张系统架构图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Playwright MCP：浏览器自动化测试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34440"/>
            <a:ext cx="13716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安装 Playwright MCP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让 Codex 为网页写自动化测试脚本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自动运行测试并生成报告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适合：Web 开发者、QA 测试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常用 MCP 推荐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34440"/>
            <a:ext cx="13716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Draw.io — 画架构图和流程图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Playwright — 浏览器自动化测试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Figma — 设计稿生成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Notion — 知识空间管理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更多 MCP 持续更新中...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E5CC"/>
                </a:solidFill>
                <a:latin typeface="Microsoft YaHei"/>
              </a:defRPr>
            </a:pPr>
            <a:r>
              <a:t>本节要点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371600"/>
            <a:ext cx="1371600" cy="38100"/>
          </a:xfrm>
          <a:prstGeom prst="rect">
            <a:avLst/>
          </a:prstGeom>
          <a:solidFill>
            <a:srgbClr val="00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✓  MCP 是 Codex 连接外部工具的协议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✓  安装简单，用 @ 调用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✓  Draw.io 和 Playwright 是入门首选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✓  MCP 生态正在快速扩展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9EFF"/>
                </a:solidFill>
                <a:latin typeface="Microsoft YaHei"/>
              </a:defRPr>
            </a:pPr>
            <a:r>
              <a:t>下节预告 → Automation 自动化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