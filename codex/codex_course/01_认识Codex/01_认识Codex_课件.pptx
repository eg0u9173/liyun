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认识 Codex：代理式 AI 新范式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理解 Codex 的本质定位，建立正确的使用预期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Codex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OpenAI 推出的代理式 AI 工具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不只是更聪明的聊天机器人 — 而是能自主执行任务的 AI 代理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ChatGPT 回答问题 → Codex 完成任务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核心能力：读文件、写代码、跑测试、操作外部工具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代理式 AI vs 对话式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Microsoft YaHei"/>
              </a:defRPr>
            </a:pPr>
            <a:r>
              <a:t>对话式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你问一句，它答一句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被动响应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只能给建议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不能执行操作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代表：ChatGPT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45262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3977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CC"/>
                </a:solidFill>
                <a:latin typeface="Microsoft YaHei"/>
              </a:defRPr>
            </a:pPr>
            <a:r>
              <a:t>代理式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3977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你描述目标，它自主行动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主动规划+执行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能实际操作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可验证结果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代表：Codex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Codex 能做什么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写代码、改 Bug、跑测试 — 开发提效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做 PPT、画架构图、写文档 — 内容创作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管理知识库、自动化重复任务 — 效率提升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控制浏览器、发布网页、团队协作 — 工具联动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连接云服务器、修复远程Bug — 高级场景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课程学习路线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第一阶段：认知篇（B01-B03）— 了解 Codex 是什么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第二阶段：基础篇（B04-B08）— 掌握核心功能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第三阶段：多入口篇（B09-B10）— 拓展使用方式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第四阶段：实战篇（B11-B16）— 8 大实战场景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第五阶段：进阶篇（B17-B18）— 安全与总结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Codex 是代理式 AI，能自主执行任务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与 ChatGPT 的核心区别：回答 vs 完成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覆盖开发、创作、效率、协作四大场景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课程 18 节，从认知到实战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入口全景地图：5个入口怎么选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