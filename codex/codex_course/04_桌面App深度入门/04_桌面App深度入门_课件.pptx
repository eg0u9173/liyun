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第4节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桌面 App 深度入门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熟悉桌面 App 界面，独立完成第一个任务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界面布局详解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左侧面板：对话列表与历史记录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中间区域：对话窗口（核心工作区）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顶部工具栏：模型选择、设置入口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底部输入框：输入指令、添加附件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创建你的第一个任务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第一步：在输入框描述你的需求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第二步：Codex 思考 → 规划 → 执行 → 输出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第三步：查看结果，追加指令迭代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示例：帮我写一份项目会议纪要模板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好的提示词模板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公式：目标 + 约束条件 + 输出格式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差的提示词：「帮我做个东西」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好的提示词：「帮我写一份10页的产品介绍PPT，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风格简洁专业，包含产品功能、优势和使用场景」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关键：越具体越好，给 Codex 足够的上下文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多轮对话的技巧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追加指令：在结果基础上修改，不用重新开始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提供上下文：把文件拖入对话框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分步拆解：复杂任务拆成多个小步骤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确认结果：每步确认后再接下一步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历史管理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左侧面板查看所有历史对话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点击任意对话可继续之前的任务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重要对话可以标记收藏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定期清理不需要的历史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界面四大区域要熟悉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好提示词 = 目标 + 约束 + 格式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多轮对话比重新开始更高效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善用历史管理保持工作连续性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权限体系与执行模式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