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第15节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实战：Codex × 浏览器 + DKFile 从搜索到发布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掌握浏览器控制和网页发布能力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Chrome 浏览器控制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在 Codex 桌面 App 中启用浏览器能力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按引导完成 Chrome 扩展安装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回到任务中描述目标：打开网站、搜索、返回结果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示例：打开 B 站搜索 RAG 教程，返回最佳视频链接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安全注意事项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从只读、低风险页面开始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不要操作支付、删除、发帖等高风险页面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检查搜索词是否被改写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检查返回结果是否是真正的目标页面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DKFile：网页一键发布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痛点：AI 做的 HTML 网页只在本地，别人打不开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DKFile：上传 HTML → 自动获得公网链接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无需懂部署，无需配置服务器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有免费额度，普通用户完全够用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Codex + DKFile API 全自动化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让 Codex 阅读 DKFile API 文档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设计网页 → 自动调用 API 上传 → 返回公网链接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全程不需要打开浏览器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从创意到上线，一步到位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网页发布方案对比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适合人群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操作难度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DKFile 手动上传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不懂部署的新手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极简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Codex + DKFile 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想全自动化的用户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简单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Vercel/GitHub Pages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有编程基础的用户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需要学习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Chrome 控制让 Codex 能搜索和操作网页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注意安全风险，从只读页面开始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DKFile 是最无门槛的网页发布方案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Codex + DKFile API 实现从创意到上线全自动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实战：Obsidian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