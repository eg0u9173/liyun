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EFF"/>
                </a:solidFill>
                <a:latin typeface="Microsoft YaHei"/>
              </a:defRPr>
            </a:pPr>
            <a:r>
              <a:t>第2节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18288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入口全景地图：5 个入口怎么选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A95AD"/>
                </a:solidFill>
                <a:latin typeface="Microsoft YaHei"/>
              </a:defRPr>
            </a:pPr>
            <a:r>
              <a:t>了解 Codex 的五大使用入口，选择最适合你的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5AD"/>
                </a:solidFill>
                <a:latin typeface="Microsoft YaHei"/>
              </a:defRPr>
            </a:pPr>
            <a:r>
              <a:t>Codex 实战指南：从入门到系统提效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五大入口一览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1. 桌面 App（Desktop）— 功能最全，日常主力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2. VS Code IDE — 编辑器内使用，开发者首选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3. Cloud / Web — 浏览器访问，无需安装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4. CLI（命令行）— 最灵活，支持远程模式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5. ChatGPT 中的 Codex — 最易上手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桌面 App — 最主流的入口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支持 Skills、MCP、Automation 等全部功能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图形界面，直观易用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本地运行，数据安全性高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适合：日常使用、深度使用、非技术用户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VS Code IDE — 开发者首选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在代码编辑器中直接调用 Codex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选中代码 → 让 AI 修改/重构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侧边栏对话，不离开编辑环境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适合：开发者、写代码的场景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Cloud / CLI / ChatGPT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Cloud：浏览器访问，适合换电脑或轻量任务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CLI：终端使用，支持远程连接云服务器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ChatGPT：在对话中启用，最易上手但功能有限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三者与桌面 App 互补，按场景灵活切换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五大入口功能对比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645920"/>
          <a:ext cx="100584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  <a:gridCol w="2011680"/>
              </a:tblGrid>
              <a:tr h="4114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入口</a:t>
                      </a:r>
                    </a:p>
                  </a:txBody>
                  <a:tcPr>
                    <a:solidFill>
                      <a:srgbClr val="009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安装</a:t>
                      </a:r>
                    </a:p>
                  </a:txBody>
                  <a:tcPr>
                    <a:solidFill>
                      <a:srgbClr val="009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Skills/MCP</a:t>
                      </a:r>
                    </a:p>
                  </a:txBody>
                  <a:tcPr>
                    <a:solidFill>
                      <a:srgbClr val="009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适合人群</a:t>
                      </a:r>
                    </a:p>
                  </a:txBody>
                  <a:tcPr>
                    <a:solidFill>
                      <a:srgbClr val="009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推荐度</a:t>
                      </a:r>
                    </a:p>
                  </a:txBody>
                  <a:tcPr>
                    <a:solidFill>
                      <a:srgbClr val="009E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桌面App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需安装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全部支持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所有用户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⭐⭐⭐⭐⭐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VS Code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插件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全部支持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开发者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⭐⭐⭐⭐⭐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Cloud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免安装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部分支持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轻量用户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⭐⭐⭐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CLI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npm安装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全部支持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开发者/自动化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⭐⭐⭐⭐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ChatGPT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免安装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有限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轻度用户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⭐⭐⭐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按角色选入口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非技术用户 → 桌面 App 为主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开发者 → VS Code + CLI 组合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轻度用户 → Cloud 或 ChatGPT 入口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团队管理 → 桌面 App + CLI + AGENTS.md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建议：先用桌面 App 入门，再按需扩展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E5CC"/>
                </a:solidFill>
                <a:latin typeface="Microsoft YaHei"/>
              </a:defRPr>
            </a:pPr>
            <a:r>
              <a:t>本节要点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371600"/>
            <a:ext cx="1371600" cy="38100"/>
          </a:xfrm>
          <a:prstGeom prst="rect">
            <a:avLst/>
          </a:prstGeom>
          <a:solidFill>
            <a:srgbClr val="00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Codex 有 5 大入口，各有侧重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桌面 App 功能最全，是日常主力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开发者推荐 VS Code + CLI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按角色和需求灵活选择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9EFF"/>
                </a:solidFill>
                <a:latin typeface="Microsoft YaHei"/>
              </a:defRPr>
            </a:pPr>
            <a:r>
              <a:t>下节预告 → 下载、安装与订阅指南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