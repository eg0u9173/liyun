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Microsoft YaHei"/>
              </a:defRPr>
            </a:pPr>
            <a:r>
              <a:t>第8节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18288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Automation：让 Codex 自动运行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5AD"/>
                </a:solidFill>
                <a:latin typeface="Microsoft YaHei"/>
              </a:defRPr>
            </a:pPr>
            <a:r>
              <a:t>掌握自动化功能，创建定时任务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5AD"/>
                </a:solidFill>
                <a:latin typeface="Microsoft YaHei"/>
              </a:defRPr>
            </a:pPr>
            <a:r>
              <a:t>Codex 实战指南：从入门到系统提效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什么是 Automation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让 Codex 按计划自动执行任务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无需手动触发，定时自动运行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适合：重复性、周期性的工作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核心价值：解放重复劳动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创建自动化任务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第一步：新建 Automation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第二步：设置触发条件（时间 / 事件）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第三步：编写任务指令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第四步：保存并启用</a:t>
            </a:r>
          </a:p>
          <a:p>
            <a:pPr lvl="1">
              <a:spcAft>
                <a:spcPts val="1200"/>
              </a:spcAft>
              <a:defRPr sz="1700">
                <a:solidFill>
                  <a:srgbClr val="8A95AD"/>
                </a:solidFill>
                <a:latin typeface="Microsoft YaHei"/>
              </a:defRPr>
            </a:pPr>
            <a:r>
              <a:t>演示：创建一个每日工作日志整理任务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触发条件设置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定时触发：每天/每周/自定义时间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事件触发：文件变化时自动执行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手动触发：需要时一键执行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多种触发方式可组合使用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实用场景模板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每日工作日志自动整理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定期检查代码仓库更新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每周自动生成工作周报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监控数据变化自动报警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5CC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371600" cy="38100"/>
          </a:xfrm>
          <a:prstGeom prst="rect">
            <a:avLst/>
          </a:prstGeom>
          <a:solidFill>
            <a:srgbClr val="00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Automation 让 Codex 按计划自动执行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支持定时、事件、手动三种触发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适合重复性和周期性任务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从简单场景开始，逐步扩展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EFF"/>
                </a:solidFill>
                <a:latin typeface="Microsoft YaHei"/>
              </a:defRPr>
            </a:pPr>
            <a:r>
              <a:t>下节预告 → CLI 入门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