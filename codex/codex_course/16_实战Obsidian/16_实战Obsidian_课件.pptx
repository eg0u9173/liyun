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第16节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Obsidian 搭建第二大脑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结合 LLM Wiki 理念，搭建结构化知识库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为什么选 Obsidian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本地存储，数据完全自主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Markdown 格式，通用性强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双向链接，知识关联可视化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插件生态丰富，扩展性强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LLM Wiki 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来自 Karpathy 的知识管理理念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核心思想：让 AI 帮你管理和组织知识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raw/ 文件夹存放原始素材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自动拆分、摘要、关联引用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知识库搭建流程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1：用 Obsidian Web Clipper 抓取文章到 raw/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2：让 Codex 读取文章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3：Codex 自动拆分：摘要、实体、关联引用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4：查看新增内容，文章正式入库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持续迭代方法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抓取新文章 → Codex 拆分入库 → 更新交叉引用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随着内容积累，知识关联越来越清晰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形成真正结构化的第二大脑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每次从同一个模板开始，而不是从零摸索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Obsidian 是本地知识管理的最佳选择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LLM Wiki 让 AI 帮你组织知识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抓取 → 入库 → 关联 → 迭代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持续积累形成结构化第二大脑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安全排障与进阶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