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第13节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Notion 打通知识空间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通过 Notion MCP 实现 AI 驱动的知识管理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Notion MCP 安装与授权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在 Codex 插件市场搜索 Notion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 → 跳转浏览器 → 登录 Notion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选择授权的工作空间范围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授权成功后自动完成配置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注意：权限涉及较多，按提示逐步操作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读取工作空间内容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用 @ 调用 Notion MCP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读取你的工作空间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验证连接是否正常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可以读取加入了的其他工作空间（需 API 文档）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总结与写入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总结读取到的内容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对话中产生的想法可以直接写入 Notion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写入成功后返回链接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点击链接跳转 Notion 查看写入结果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构建知识管理闭环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日常：在 Notion 记录工作和学习笔记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整理：让 Codex 定期总结和归纳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关联：发现知识之间的联系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输出：生成结构化的知识体系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Notion MCP 让 Codex 成为知识管理助手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支持读取、总结、写入三大操作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构建 AI 驱动的知识管理闭环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对重度 Notion 用户来说是必备组合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实战：飞书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