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第10节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VS Code + Codex：开发者最佳拍档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在 VS Code 中集成 Codex，实现编辑器内 AI 辅助开发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IDE 集成安装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VS Code 扩展市场搜索 Codex 插件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安装并完成认证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集成后的界面：侧边栏 + 内联建议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提示：确保 VS Code 版本是最新的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在编辑器中使用 Codex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选中代码 → 右键 → 让 Codex 修改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侧边栏对话：在编辑环境中与 AI 对话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内联建议：Codex 实时推荐代码修改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上下文感知：Codex 理解你的项目结构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代码审查与重构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让 Codex 审查代码质量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获取重构建议并一键执行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批量修改：跨多个文件同时调整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代码解释：选中代码让 Codex 解释逻辑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开发者工作流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写代码 → Codex 辅助补全和生成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测试 → Codex 写测试并运行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审查 → Codex 检查代码质量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提交 → Codex 生成 commit message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VS Code 插件实现编辑器内 AI 辅助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选中代码即可让 Codex 修改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支持代码审查和重构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贯穿写→测→审→提全流程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实战：PPT Skill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