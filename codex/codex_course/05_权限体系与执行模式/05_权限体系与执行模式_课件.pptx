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第5节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权限体系与执行模式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理解三种权限模式，掌握安全使用的最佳实践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为什么需要权限控制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Codex 能读写文件、执行命令 — 有安全风险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权限模式决定了 Codex 的自主程度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核心原则：在效率和安全之间找到平衡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三种权限模式对比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29260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F"/>
                </a:solidFill>
                <a:latin typeface="Microsoft YaHei"/>
              </a:defRPr>
            </a:pPr>
            <a:r>
              <a:t>建议模式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只建议不执行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最安全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每步都需确认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适合：敏感操作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CC"/>
                </a:solidFill>
                <a:latin typeface="Microsoft YaHei"/>
              </a:defRPr>
            </a:pPr>
            <a:r>
              <a:t>自动模式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常规操作自动执行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危险操作需确认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效率与安全平衡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适合：日常使用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2926080" cy="43891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C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7E"/>
                </a:solidFill>
                <a:latin typeface="Microsoft YaHei"/>
              </a:defRPr>
            </a:pPr>
            <a:r>
              <a:t>全自主模式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全部自动执行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最高效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事后审查</a:t>
            </a:r>
          </a:p>
          <a:p>
            <a:pPr>
              <a:spcAft>
                <a:spcPts val="800"/>
              </a:spcAft>
              <a:defRPr sz="1600">
                <a:solidFill>
                  <a:srgbClr val="B0BCD0"/>
                </a:solidFill>
                <a:latin typeface="Microsoft YaHei"/>
              </a:defRPr>
            </a:pPr>
            <a:r>
              <a:t>适合：批量任务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沙盒机制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Codex 在沙盒环境中运行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文件读写受权限控制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网络访问受限制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即使全自主模式，也有安全边界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审批与回退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建议/自动模式下，Codex 会请求你的审批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审批时可以看到具体要执行的操作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如果结果不满意，可以回退到之前状态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版本对比：查看 Codex 修改了什么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安全最佳实践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日常使用推荐：自动模式（平衡效率和安全）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涉及敏感文件：切换建议模式（每步确认）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批量重复任务：全自主 + 事后审查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重要项目：先在小范围测试，确认效果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三种模式：建议、自动、全自主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沙盒机制提供安全隔离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日常用自动模式，敏感用建议模式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善用审批和回退保护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Skills 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