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Microsoft YaHei"/>
              </a:defRPr>
            </a:pPr>
            <a:r>
              <a:t>第14节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实战：Codex × 飞书 CLI 团队协作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5AD"/>
                </a:solidFill>
                <a:latin typeface="Microsoft YaHei"/>
              </a:defRPr>
            </a:pPr>
            <a:r>
              <a:t>通过飞书 CLI 让 Codex 操作飞书数据，完成协作任务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D"/>
                </a:solidFill>
                <a:latin typeface="Microsoft YaHei"/>
              </a:defRPr>
            </a:pPr>
            <a:r>
              <a:t>Codex 实战指南：从入门到系统提效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飞书 CLI 是什么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飞书官方开源的命令行工具（larksuite/cli）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通过命令行操作飞书数据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支持文档、表格、消息等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与 Codex 结合实现团队协作自动化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安装与配置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安装飞书 CLI 工具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配置飞书应用凭证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验证连接成功</a:t>
            </a:r>
          </a:p>
          <a:p>
            <a:pPr lvl="1">
              <a:spcAft>
                <a:spcPts val="1200"/>
              </a:spcAft>
              <a:defRPr sz="1700">
                <a:solidFill>
                  <a:srgbClr val="8A95AD"/>
                </a:solidFill>
                <a:latin typeface="Microsoft YaHei"/>
              </a:defRPr>
            </a:pPr>
            <a:r>
              <a:t>提示：需要在飞书开放平台创建应用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团队协作自动化场景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场景一：自动整理会议纪要</a:t>
            </a:r>
          </a:p>
          <a:p>
            <a:pPr lvl="1">
              <a:spcAft>
                <a:spcPts val="1200"/>
              </a:spcAft>
              <a:defRPr sz="1700">
                <a:solidFill>
                  <a:srgbClr val="8A95AD"/>
                </a:solidFill>
                <a:latin typeface="Microsoft YaHei"/>
              </a:defRPr>
            </a:pPr>
            <a:r>
              <a:t>从飞书文档读取会议记录 → Codex 整理 → 写回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场景二：项目进度跟踪</a:t>
            </a:r>
          </a:p>
          <a:p>
            <a:pPr lvl="1">
              <a:spcAft>
                <a:spcPts val="1200"/>
              </a:spcAft>
              <a:defRPr sz="1700">
                <a:solidFill>
                  <a:srgbClr val="8A95AD"/>
                </a:solidFill>
                <a:latin typeface="Microsoft YaHei"/>
              </a:defRPr>
            </a:pPr>
            <a:r>
              <a:t>读取飞书表格 → 分析进度 → 生成报告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场景三：批量处理消息</a:t>
            </a:r>
          </a:p>
          <a:p>
            <a:pPr lvl="1">
              <a:spcAft>
                <a:spcPts val="1200"/>
              </a:spcAft>
              <a:defRPr sz="1700">
                <a:solidFill>
                  <a:srgbClr val="8A95AD"/>
                </a:solidFill>
                <a:latin typeface="Microsoft YaHei"/>
              </a:defRPr>
            </a:pPr>
            <a:r>
              <a:t>读取消息 → 分类 → 自动回复模板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CC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381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飞书 CLI 是飞书官方开源工具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与 Codex 结合实现协作自动化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会议纪要、项目跟踪、消息处理三大场景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适合使用飞书的团队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Microsoft YaHei"/>
              </a:defRPr>
            </a:pPr>
            <a:r>
              <a:t>下节预告 → 实战：浏览器+DKFile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