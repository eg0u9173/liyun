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8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EFF"/>
                </a:solidFill>
                <a:latin typeface="Microsoft YaHei"/>
              </a:defRPr>
            </a:pPr>
            <a:r>
              <a:t>第18节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011680"/>
            <a:ext cx="18288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总结：构建你的 Codex 工作流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8A95AD"/>
                </a:solidFill>
                <a:latin typeface="Microsoft YaHei"/>
              </a:defRPr>
            </a:pPr>
            <a:r>
              <a:t>回顾知识体系，建立个人化 Codex 工作流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66928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A95AD"/>
                </a:solidFill>
                <a:latin typeface="Microsoft YaHei"/>
              </a:defRPr>
            </a:pPr>
            <a:r>
              <a:t>Codex 实战指南：从入门到系统提效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课程知识体系回顾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认知篇：了解 Codex 是什么、有哪些入口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基础篇：桌面 App、权限、Skills、MCP、Automation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多入口篇：CLI 和 VS Code 扩展使用场景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实战篇：PPT、Figma、Notion、飞书、浏览器、Obsidian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进阶篇：AGENTS.md、排障、提示词优化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按场景推荐方案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097280" y="1645920"/>
          <a:ext cx="100584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41148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推荐工具组合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关键功能</a:t>
                      </a:r>
                    </a:p>
                  </a:txBody>
                  <a:tcPr>
                    <a:solidFill>
                      <a:srgbClr val="009E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日常办公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桌面App + Skills + Obsidian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PPT/知识管理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开发编程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CLI + VS Code + MCP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代码/测试/部署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团队协作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飞书CLI + Notion + AGENTS.md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协作/规范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内容创作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PPT Skill + Figma + DKFile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B0BCD0"/>
                          </a:solidFill>
                          <a:latin typeface="Microsoft YaHei"/>
                        </a:defRPr>
                      </a:pPr>
                      <a:r>
                        <a:t>设计/发布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进阶学习路线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深入 AGENTS.md 定制 → 团队统一规范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探索更多 MCP 和 Skills → 扩展能力边界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远程模式 → 连接云服务器修 Bug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GitHub Actions → CI 失败自动修复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持续学习 → 关注官方更新和社区动态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5486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10 个实用技巧总结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234440"/>
            <a:ext cx="1371600" cy="38100"/>
          </a:xfrm>
          <a:prstGeom prst="rect">
            <a:avLst/>
          </a:prstGeom>
          <a:solidFill>
            <a:srgbClr val="009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9601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1. 先体验 Free 版，确认需求再付费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2. 桌面 App 是日常主力入口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3. 好提示词 = 目标 + 约束 + 输出格式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4. Skills 和 MCP 是效率倍增器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5. 自动模式平衡效率和安全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6. 多轮对话比重新开始更高效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7. 给 Codex 看文件比描述文件更准确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8. AGENTS.md 统一团队规范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9. 定期探索 Skill/MCP 市场发现新工具</a:t>
            </a:r>
          </a:p>
          <a:p>
            <a:pPr>
              <a:spcAft>
                <a:spcPts val="1200"/>
              </a:spcAft>
              <a:defRPr sz="2000">
                <a:solidFill>
                  <a:srgbClr val="B0BCD0"/>
                </a:solidFill>
                <a:latin typeface="Microsoft YaHei"/>
              </a:defRPr>
            </a:pPr>
            <a:r>
              <a:t>10. 从小场景开始，逐步扩展使用范围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7315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E5CC"/>
                </a:solidFill>
                <a:latin typeface="Microsoft YaHei"/>
              </a:defRPr>
            </a:pPr>
            <a:r>
              <a:t>本节要点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1097280" y="1371600"/>
            <a:ext cx="1371600" cy="38100"/>
          </a:xfrm>
          <a:prstGeom prst="rect">
            <a:avLst/>
          </a:prstGeom>
          <a:solidFill>
            <a:srgbClr val="00E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9144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18 节课系统掌握 Codex 全部核心能力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按场景选择工具组合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持续学习和探索，Codex 能力在不断扩展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  <a:latin typeface="Microsoft YaHei"/>
              </a:defRPr>
            </a:pPr>
            <a:r>
              <a:t>✓  感谢学习，祝你在 AI 时代效率倍增！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